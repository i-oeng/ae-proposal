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Aspan Energy placeholder proposal template</dc:title>
  <dc:subject>TODO: Replace with Aspan logo; TODO: Apply Aspan brand colors; TODO: Confirm fonts; TODO: Replace placeholder icons if needed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